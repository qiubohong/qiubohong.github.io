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第 3 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提示语工程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一次就懂你的意思：五大要素 + 实战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学完能用五要素写出结构化 Prompt，独立设计生成类应用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Qborfy · 做一个有温度和有干货的技术分享作者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Prompt：给模型的工作说明书，五要素缺一不可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角色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扮演什么身份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（医生 / 老师 / 工程师）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上下文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背景与对话历史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（给足信息）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指令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0392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具体要做什么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（动词先行）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范例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给一个示例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（临摹字帖）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338328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输出格式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7720" y="3977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结果长什么样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（表格 / JSON / 列表）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120640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218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五要素组合拳 → 结构化 Prompt → 稳定高质量输出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素材：ai-learn03.md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1 · 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角色：给 AI 戴上职业帽子，输出立刻不一样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4708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❌「告诉我如何减肥」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✅「作为营养学教授，为 BMI 超标上班族制定减重方案」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3756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3756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310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❌「写一首诗」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✅「模仿李白浪漫主义风格，以『人工智能与月亮』为题写七言绝句」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80060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00600"/>
            <a:ext cx="1060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中介型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477316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❌「教孩子刷牙」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✅「你是一只爱干净的卡通兔子，用儿歌教 3 岁小朋友刷牙」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进阶：多重角色协作（编剧+影评人）、反向角色训练（让学生当老师）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2 ·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上下文：给足背景，AI 才不会答非所问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单次提问给背景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❌「这段话翻译成英文」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✅「这是医疗器械说明书的技术参数，请用专业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学术英语翻译，保留术语缩写：[原文]」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多轮对话延续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第一轮：帮我改辞职信语气温和些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第二轮：结尾加一句感谢，口语化替换「个人职业规划」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 基于前文调整，而非重新生成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93776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两大误区：信息过载（堆无关细节）· 断层跳跃（突然换话题不重置）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3 ·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指令：动词先行 + 结果导向，别让 AI 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笼统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01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「关于气候变化的数据」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77440" y="23134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「对比近十年全球碳排放趋势，用柱状图展示，标注主要国家增减」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918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918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多指令混杂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32644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「总结这本书并推荐类似的再写书评」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7764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①三句话概括核心观点 ②推荐 3 本同类 ③200 字幽默短评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617720"/>
            <a:ext cx="11201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75488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7548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约束绑定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47274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「讲区块链」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77440" y="523951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「用小学生能懂的比喻讲区块链，不超过 100 字」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口诀：不要问 AI 能做什么，而是告诉它该怎么做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4 ·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范例：给 AI 一张「临摹字帖」，输出质量翻倍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风格迁移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184708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「参照这张 1950 年代电影海报字体，为咖啡馆『旧时光』设计 LOGO」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复杂格式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21868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「按这个参考文献格式输出：[示例模板] + 待处理文献」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语义校准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459028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「仿照这段光刻技术描述的结构，写 3D 封装工艺优势：[范例]」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2803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技巧：正反例对比（红线）· 渐进迭代（给新范例继续改）· 跨模态引导（草图→PPT 图示）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5 ·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输出格式：为 AI 搭好舞台框架，信息效率提升 300%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/ 图表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「对比 iPhone14/15 参数，分屏幕、摄像头、电池三列」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 Python 演示线性回归预测房价，含注释和可视化」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587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「编写客服与顾客关于退换货政策的对话，至少 8 轮」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结构化列表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8587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「列出 5 种记忆方法，每条含原理、步骤、耗时」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12064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格式四要素：层次分明 · 留白控制 · 标记强化 · 交互适配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BONUS · 四要素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下指令四要素：成功率从 30% 提到 90%+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明确任务动作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（查询 / 生成 / 整理）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502920" cy="502920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1938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用什么材料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指定数据来源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（这份文档 / 这个网站）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840480"/>
            <a:ext cx="502920" cy="502920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输出什么格式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规定结果形态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（表格 / 摘要 / 卡片）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840480"/>
            <a:ext cx="502920" cy="502920"/>
          </a:xfrm>
          <a:prstGeom prst="circl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858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发到哪里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指定交付位置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（聊天 / 邮件 / 文档）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576072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OpenClaw 实践：指令写清四要素，Agent 成功率 30% → 90%+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素材：openclaw/04.md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实战：五要素构建 SQL 生成器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结构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【角色】专业数据库工程师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【上下文】用户不熟表结构、函数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【指令】解析关键词→结构映射→逻辑校验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【范例】输入+SQL 示例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【格式】仅返回 SQL 语句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「最近三个月上海地区单价超 5000 元的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电子产品订单，按金额降序」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208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 o.order_id, p.product_name,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o.order_amount FROM orders o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products p ...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region='上海' AND amount&gt;5000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BY amount DESC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Demo：本地 DeepSeek V4-Flash 演示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 AI 幻觉：让模型「不知道就说不知道」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幻觉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生成看似合理但实际错误的内容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本质：缺乏真实理解，基于统计模式生成的「自信错误」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层怎么防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明确「仅基于给定资料回答」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要求标注「不确定」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给示例约束输出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FewShot 示例集（预告第 4 讲）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93776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进阶防线：RAG 知识库（第 5 讲）· 评测体系（第 8 讲）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素材：ai-learn05.md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总结：五要素是骨架，练习才能内化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本讲核心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· 上下文 · 指令 · 范例 · 输出格式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51560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SQL 生成器，设计一个「会议纪要整理」或「周报生成」Prompt（五要素齐全）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 3 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五要素分别解决什么问题？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给一段模糊 Prompt 并当场优化？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下指令四要素是什么？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577840"/>
            <a:ext cx="1051560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下一讲预告：LangChain——让 LLM 应用开发变简单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2026-08-12T00:02:40Z</dcterms:created>
  <dcterms:modified xsi:type="dcterms:W3CDTF">2026-08-12T00:02:40Z</dcterms:modified>
</cp:coreProperties>
</file>