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系列开场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 讲 · 学习路线全景图：不是新语言，而是新行业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2926080" cy="4572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一张地图 · 四阶段爬坡 · 三个里程碑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Qborfy · 做一个有温度和有干货的技术分享作者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不是新语言，而是新行业——像马车到汽车的更迭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行业类比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马夫 → 程序员：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马车 → 汽车：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行业更迭时，工具决定去留。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3317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是新的工具，不是新的语言；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不用焦虑学不会，只需开始学 + 持续实践 + 总结。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977640"/>
            <a:ext cx="11201400" cy="1828800"/>
          </a:xfrm>
          <a:prstGeom prst="roundRect">
            <a:avLst>
              <a:gd name="adj" fmla="val 3000"/>
            </a:avLst>
          </a:prstGeom>
          <a:solidFill>
            <a:srgbClr val="1626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一个数字，看清 AI 浪潮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7091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万+ 开发者使用 AI API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92% 的 500 强企业已接入 · 1 亿+ 周活用户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数据来源：OpenAI DevDay 2023（openai-dev-20231106.md）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学习路线：前置 → 入门 → 进阶 → 高级，四阶段爬坡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65960"/>
            <a:ext cx="548640" cy="548640"/>
          </a:xfrm>
          <a:prstGeom prst="circl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前置知识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角色定位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基础术语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编程基础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81528" y="26517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429000" y="173736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1965960"/>
            <a:ext cx="548640" cy="548640"/>
          </a:xfrm>
          <a:prstGeom prst="circle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297680" y="2057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入门能力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0" y="269748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预训练模型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/ Prompt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开发框架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07608" y="26517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355080" y="173736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1965960"/>
            <a:ext cx="548640" cy="548640"/>
          </a:xfrm>
          <a:prstGeom prst="circle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23760" y="2057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进阶能力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3680" y="269748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开源大模型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本地部署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安全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33688" y="26517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281160" y="173736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64040" y="1965960"/>
            <a:ext cx="548640" cy="548640"/>
          </a:xfrm>
          <a:prstGeom prst="circle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946404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149840" y="2057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高级能力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09760" y="269748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向量库 / RAG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/ 多模态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4389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参考：roadmap.sh AI Engineer 学习路线 · 已结合 2026 模型生态更新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892040"/>
            <a:ext cx="11201400" cy="1005840"/>
          </a:xfrm>
          <a:prstGeom prst="roundRect">
            <a:avLst>
              <a:gd name="adj" fmla="val 5455"/>
            </a:avLst>
          </a:prstGeom>
          <a:solidFill>
            <a:srgbClr val="DCE7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120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本系列目标：带你把四阶段走完 → 能独立开发 AI 应用（里程碑 M1/M2/M3 验收）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素材：ai-learn-road0.md / ai-learn-road1.md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1 · 前置知识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先把话说清楚：角色定位 + 10 个基础术语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角色定位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工程师：做应用、做集成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 工程师：做模型、做算法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入门路线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3317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基础 → LLM 调用 → 框架应用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（纯小白可先补：附录 0.5 Python 速成）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1865376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840480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大模型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88920" y="384048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2788920" y="3840480"/>
            <a:ext cx="1060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74920" y="3840480"/>
            <a:ext cx="2670048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3840480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60920" y="3840480"/>
            <a:ext cx="2066544" cy="32918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7360920" y="3840480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检索增强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46920" y="384048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9646920" y="3840480"/>
            <a:ext cx="1060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526280"/>
            <a:ext cx="859536" cy="32918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526280"/>
            <a:ext cx="859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召回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88920" y="4526280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2788920" y="45262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提示词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74920" y="4526280"/>
            <a:ext cx="2267712" cy="32918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4526280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智能体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60920" y="4526280"/>
            <a:ext cx="3675888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9" name="Text 27"/>
          <p:cNvSpPr/>
          <p:nvPr/>
        </p:nvSpPr>
        <p:spPr>
          <a:xfrm>
            <a:off x="7360920" y="4526280"/>
            <a:ext cx="3675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 Calling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46920" y="4526280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9646920" y="45262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重写 Rewrite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5394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术语是门槛，但不是山——第 1 讲逐一讲透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素材：ai-learn00.md / ai-learn01.md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2 · 入门能力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会调用、会提问、会用框架——做出第一个对话应用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预训练模型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主流：GPT-5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Opus 5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V4-Flash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Token 规则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33172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分词方式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上下文长度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费用计算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（中文 Token 更贵）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83880" y="169164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开发框架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233172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LangChain / LangGraph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Hugging Face / Ollama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CrewAI / AutoGen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5212080"/>
            <a:ext cx="11201400" cy="868680"/>
          </a:xfrm>
          <a:prstGeom prst="roundRect">
            <a:avLst>
              <a:gd name="adj" fmla="val 6316"/>
            </a:avLst>
          </a:prstGeom>
          <a:solidFill>
            <a:srgbClr val="DCE7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阶段产出：写一个调用大模型的对话程序（第 2 / 4 讲完成）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3 · 进阶能力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开源模型 + 本地部署：数据不出门，能力自掌握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6118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65960"/>
            <a:ext cx="502920" cy="502920"/>
          </a:xfrm>
          <a:prstGeom prst="circl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开源大模型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/ Llama / Qwen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= 可改、可部署、可控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1737360"/>
            <a:ext cx="36118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965960"/>
            <a:ext cx="502920" cy="502920"/>
          </a:xfrm>
          <a:prstGeom prst="circl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5780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本地部署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260604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一键拉模型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 可视化对话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告别 API 计费焦虑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75320" y="1737360"/>
            <a:ext cx="36118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1965960"/>
            <a:ext cx="502920" cy="502920"/>
          </a:xfrm>
          <a:prstGeom prst="circl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安全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3920" y="260604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提示注入攻击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隐私与数据合规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偏见与公平性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714"/>
            </a:avLst>
          </a:prstGeom>
          <a:solidFill>
            <a:srgbClr val="1626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257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阶段产出：本地跑起自己的大模型（第 2 讲完成）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4 · 高级能力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Embedding 到 Agent：能开发完整的 AI 应用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 → 向量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语义相似度计算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2860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 / FAISS / Qdrant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相似性搜索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75320" y="173736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技术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03920" y="22860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+ 生成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知识库问答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47472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611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 + 记忆 + 工具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自主完成任务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347472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611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17720" y="4023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 / 语音 / 视频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理解与生成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5394960"/>
            <a:ext cx="11201400" cy="822960"/>
          </a:xfrm>
          <a:prstGeom prst="roundRect">
            <a:avLst>
              <a:gd name="adj" fmla="val 6667"/>
            </a:avLst>
          </a:prstGeom>
          <a:solidFill>
            <a:srgbClr val="DCE7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577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阶段产出：完成一个带知识库 + 工具的 AI 应用（第 5 / 6 讲 + 里程碑 M2/M3）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学完去哪：Prompt 工程师 → Agent 工程师 → AI 专家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6118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工程师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提示语工程进阶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输出更精准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roadmap.sh/prompt-engineering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737360"/>
            <a:ext cx="36118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9202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1772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工程师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32918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智能体开发进阶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 / 记忆 / 工具链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4251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roadmap.sh/ai-agents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75320" y="1737360"/>
            <a:ext cx="36118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9202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50392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专家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0" y="32918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深耕数据 / 模型 / 算法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走向研究或架构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0" y="4251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roadmap.sh/ai-data-scientist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先把「应用开发」走完，再决定往哪条深水区游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学习方法：比喻先行 + 动手实验 + 冷知识收尾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61188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65960"/>
            <a:ext cx="548640" cy="548640"/>
          </a:xfrm>
          <a:prstGeom prst="circl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比喻先行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像 Docker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蒸馏 = 老师教学生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= USB-C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4348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先听懂，再深挖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737360"/>
            <a:ext cx="361188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965960"/>
            <a:ext cx="548640" cy="548640"/>
          </a:xfrm>
          <a:prstGeom prst="circl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动手实验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269748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每讲配 1 个可运行 Demo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 &gt; 观看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报错 = 进步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44348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先跑通，再优化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75320" y="1737360"/>
            <a:ext cx="361188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1965960"/>
            <a:ext cx="548640" cy="548640"/>
          </a:xfrm>
          <a:prstGeom prst="circle">
            <a:avLst/>
          </a:prstGeom>
          <a:solidFill>
            <a:srgbClr val="FF9F1C"/>
          </a:solidFill>
          <a:ln/>
        </p:spPr>
      </p:sp>
      <p:sp>
        <p:nvSpPr>
          <p:cNvPr id="18" name="Text 16"/>
          <p:cNvSpPr/>
          <p:nvPr/>
        </p:nvSpPr>
        <p:spPr>
          <a:xfrm>
            <a:off x="918972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冷知识收尾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0" y="269748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 Token 税多耗 40%~100%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≈ 金钱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分钟搞懂一个知识点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0" y="44348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有趣 = 记得住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5120640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DCE7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32180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配套练习：每天 5 分钟「daily」知识点打卡，把碎片时间变成复利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素材：daily/ 系列 32 篇「5 分钟 AI」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BONUS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先用好 AI：九招心法，从「会用」到「用好」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20240"/>
            <a:ext cx="502920" cy="502920"/>
          </a:xfrm>
          <a:prstGeom prst="circl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874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会提问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920240"/>
            <a:ext cx="502920" cy="502920"/>
          </a:xfrm>
          <a:prstGeom prst="circle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0" y="1874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懂审美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75320" y="1737360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1920240"/>
            <a:ext cx="502920" cy="502920"/>
          </a:xfrm>
          <a:prstGeom prst="circle">
            <a:avLst/>
          </a:prstGeom>
          <a:solidFill>
            <a:srgbClr val="FF9F1C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98280" y="1874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会交底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" y="2788920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2971800"/>
            <a:ext cx="502920" cy="502920"/>
          </a:xfrm>
          <a:prstGeom prst="circle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2926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会迭代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89120" y="2788920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2971800"/>
            <a:ext cx="502920" cy="502920"/>
          </a:xfrm>
          <a:prstGeom prst="circle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12080" y="2926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会立规矩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75320" y="2788920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58200" y="2971800"/>
            <a:ext cx="502920" cy="502920"/>
          </a:xfrm>
          <a:prstGeom prst="circle">
            <a:avLst/>
          </a:prstGeom>
          <a:solidFill>
            <a:srgbClr val="FF9F1C"/>
          </a:solidFill>
          <a:ln/>
        </p:spPr>
      </p:sp>
      <p:sp>
        <p:nvSpPr>
          <p:cNvPr id="28" name="Text 26"/>
          <p:cNvSpPr/>
          <p:nvPr/>
        </p:nvSpPr>
        <p:spPr>
          <a:xfrm>
            <a:off x="845820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098280" y="2926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会听骂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2920" y="3840480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4023360"/>
            <a:ext cx="502920" cy="502920"/>
          </a:xfrm>
          <a:prstGeom prst="circle">
            <a:avLst/>
          </a:prstGeom>
          <a:solidFill>
            <a:srgbClr val="22D3EE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25880" y="39776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会压缩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89120" y="3840480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4023360"/>
            <a:ext cx="502920" cy="502920"/>
          </a:xfrm>
          <a:prstGeom prst="circle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12080" y="39776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会整理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75320" y="3840480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58200" y="4023360"/>
            <a:ext cx="502920" cy="502920"/>
          </a:xfrm>
          <a:prstGeom prst="circle">
            <a:avLst/>
          </a:prstGeom>
          <a:solidFill>
            <a:srgbClr val="FF9F1C"/>
          </a:solidFill>
          <a:ln/>
        </p:spPr>
      </p:sp>
      <p:sp>
        <p:nvSpPr>
          <p:cNvPr id="40" name="Text 38"/>
          <p:cNvSpPr/>
          <p:nvPr/>
        </p:nvSpPr>
        <p:spPr>
          <a:xfrm>
            <a:off x="845820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098280" y="39776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请私教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0292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学开发之前，先把 AI 用顺手——本系列第 3 讲会展开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素材：use/ 系列「普通人用好 AI 的九技能」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系列预告：10 场正片 + 3 个里程碑，一路验收成长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A · 认知与基础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1~3 讲：认知 / 环境 / Prompt → ★M1 结构化 Prompt 模板库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B · 应用开发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4~5 讲：LangChain / RAG → ★M2 知识库问答机器人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C · Agent 专项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6~8 讲：Agent / Loop / 工程化 → ★M3 Agent 毕业项目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D · 提效与前沿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9~10 讲：AI 编程提效 / 行业趋势（可选 11 讲：模型微调）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5486400"/>
            <a:ext cx="10515600" cy="4572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下一讲预告：AI 认知与生态全景——术语、模型、框架一次讲清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2026-08-11T16:26:02Z</dcterms:created>
  <dcterms:modified xsi:type="dcterms:W3CDTF">2026-08-11T16:26:02Z</dcterms:modified>
</cp:coreProperties>
</file>