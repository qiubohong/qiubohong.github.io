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第 1 讲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认知与生态全景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 · 模型 · 框架 —— 一次扫清阅读障碍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2926080" cy="457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学完能看懂 80% 的 AI 技术文章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Qborfy · 做一个有温度和有干货的技术分享作者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LLM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大模型：参数量越大，能力越强——但 2026 有了新变量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参数量视角（历史）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GPT-3：1750 亿参数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GPT-4：约 1.8 万亿参数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「更大 = 更强」曾是铁律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大模型能力：推理 / 训练 / 生成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新变量：MoE 小参数反超大参数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V4-Flash：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284B 总参 / 13B 激活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MoE（混合专家）架构：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每次只激活一小部分专家，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用更少算力接近更大模型效果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性能天花板 ≠ 只靠堆参数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核心术语一网打尽：10 个词看懂 AI 文章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70078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大模型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7480" y="170078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参数量巨大的语言模型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（GPT-4 / DeepSeek）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70078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170078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生成式预训练 Transformer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模型系列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487168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560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基于注意力机制的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神经网络结构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487168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560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5603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先查资料再回答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346704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419856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97480" y="341985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存储大量知识的数据库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问答系统的弹药库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346704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419856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341985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从知识库中找到与问题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相关的信息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27939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97480" y="4279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给模型的指令文本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告诉它「要什么」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4206240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279392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智能体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4279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能规划、记忆、调用工具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自主完成任务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065776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513892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Calling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97480" y="51389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让模型调用外部工具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（模型只下令不执行）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5065776"/>
            <a:ext cx="5440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513892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 Rewrite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51389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改写用户问题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让检索更精准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术语是门槛，但不是山——后续每讲都会用到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Transformer：答题时圈重点的「注意力机制」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一个比喻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读句子时，你会「圈重点」——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注意力机制就是让模型学会：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这句话里，哪些词和当前理解最相关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114800"/>
            <a:ext cx="4846320" cy="54864"/>
          </a:xfrm>
          <a:prstGeom prst="rect">
            <a:avLst/>
          </a:prstGeom>
          <a:solidFill>
            <a:srgbClr val="DCE7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51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为什么比 RNN 强：并行计算 + 捕捉长距离依赖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它解决什么问题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词与词之间「谁重要」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长句也能记住前文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并行计算，训练更快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Q/K/V 原理：选学进阶页（可跳过）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Token：AI 世界的「计费货币」，中文更贵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是什么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模型处理文本的最小单位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英文：一个单词 ≈ 1~2 个 Token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中文：一个字 ≈ 1~2 个 Token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Token 税（冷知识）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同样含义的内容，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中文通常比英文多耗 40%~100% 的 Token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≈ 金钱：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计费、上下文长度都按 Token 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省钱技巧：精简 Prompt、合并问题、利用缓存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Embedding：把文字变成向量，机器才懂「意思相近」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→ 向量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「苹果」→ [0.23, -0.41, 0.87, …]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「iPhone」→ [0.25, -0.39, 0.82, …]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语义越近，向量越近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语义搜索（搜「用法」能匹配「教程」）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推荐系统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异常检测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 知识库的基石（第 5 讲展开）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中文推荐模型：bge-m3 / text2vec-large-chinese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MAP (2026-08)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主流大模型格局：开源旗舰崛起，闭源三强鼎立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2014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8 月模型格局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09728" cy="109728"/>
          </a:xfrm>
          <a:prstGeom prst="circle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21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V4-Flash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22219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国产开源旗舰 · 284B/13B MoE · 1M 上下文 · MIT 协议 · $0.14/M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9728" cy="109728"/>
          </a:xfrm>
          <a:prstGeom prst="circl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791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6791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旗舰 · 400K 上下文 · 内置思考 · text+vision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200400"/>
            <a:ext cx="109728" cy="109728"/>
          </a:xfrm>
          <a:prstGeom prst="circle">
            <a:avLst/>
          </a:prstGeom>
          <a:solidFill>
            <a:srgbClr val="FF9F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36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Opus 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31363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旗舰 · 1M 上下文 · thinking 默认开启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109728" cy="109728"/>
          </a:xfrm>
          <a:prstGeom prst="circl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593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 / GLM / 豆包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359359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国产开源与应用生态 · 各有所长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343400"/>
            <a:ext cx="11201400" cy="1371600"/>
          </a:xfrm>
          <a:prstGeom prst="roundRect">
            <a:avLst>
              <a:gd name="adj" fmla="val 4000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选择建议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学习与本地部署：DeepSeek V4-Flash（免费 + 开源）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商业应用：按场景选 GPT-5 / Claude Opus 5；国产云 API 也足够日常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 2026-08：DeepSeek V4-Flash 正式版 2026-07-31 发布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开发框架：从生态最全的 LangChain 开始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47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应用开发框架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链 / RAG / Agent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18745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8745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本系列主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47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2677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有状态工作流编排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边 / 状态机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18745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745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17373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847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Hugging Face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03920" y="22677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模型与数据集社区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Transformers 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424160" y="18745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0" y="18745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模型下载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75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40965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本地模型运行框架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 Docker 体验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51760" y="37033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7033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5661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675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CrewAI / AutoGen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17720" y="40965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多智能体协作框架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角色分工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37960" y="37033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7033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进阶选学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75320" y="35661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3675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 Kernel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03920" y="4096512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微软跨语言框架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C# / Python / Java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424160" y="37033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10424160" y="37033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企业场景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原则：先学透一个（LangChain），再按需扩展——避免「技能肥胖症」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平台：一行 Key，接入大模型能力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 API 平台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OpenAI API（GPT-5）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腾讯混元 API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百度文心 API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硅基流动（国内多模型中转）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DeepSeek 官方 API（$0.14/M）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3017520"/>
          </a:xfrm>
          <a:prstGeom prst="roundRect">
            <a:avLst>
              <a:gd name="adj" fmla="val 1818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小白建议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先用「本地 Ollama + 开源模型」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零成本练手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再上云 API：注册即送额度，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Token 计费，成本可控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93776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关键认知：OpenAI 兼容 ≠ 行为兼容，同参数在不同平台取值不同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素材：ai-learn00.md / llm/ 系列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本周行动：跑通一次在线模型对话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DCE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打开任一 AI 对话（DeepSeek / 豆包 / 混元 / ChatGPT）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体验「角色 + 格式」两条 Prompt 技巧，观察输出差异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用一张 A4 纸，写下你看到本文后认识的 5 个术语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复盘：哪些词看文章时还是懵的？——下次开讲前查一下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11201400" cy="1188720"/>
          </a:xfrm>
          <a:prstGeom prst="roundRect">
            <a:avLst>
              <a:gd name="adj" fmla="val 4615"/>
            </a:avLst>
          </a:prstGeom>
          <a:solidFill>
            <a:srgbClr val="1626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 3 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51663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Token 为什么「贵」？中文为什么更费？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RAG、Embedding、向量数据库三者的关系？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CE7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说出 3 个国内开源大模型和 3 个闭源大模型。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从零开始 · Qborfy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OPTIONAL · 选学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选学：自注意力 Q/K/V 到底在算什么？（可跳过）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4008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20140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一句话原理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0515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每个词都问三件事：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Q（Query）——我想找什么？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K（Key）——我有什么标签？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V（Value）——我能提供什么内容？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「Q 和 K 的匹配度」决定注意力权重，权重决定 V 的加权和——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 Self-Attention 的核心计算。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学有余力再看：向量计算 → 多头注意力 → 位置编码（第 10 讲可展开）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素材：daily/ 第 10 篇 Transformer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2026-08-11T16:26:02Z</dcterms:created>
  <dcterms:modified xsi:type="dcterms:W3CDTF">2026-08-11T16:26:02Z</dcterms:modified>
</cp:coreProperties>
</file>