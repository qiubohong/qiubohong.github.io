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第 2 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环境准备与本地大模型部署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在本地跑起属于自己的 AI：免费、可控、数据不出门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学完能独立完成 Python 环境 + Ollama 部署 + Dify 对话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Qborfy · 做一个有温度和有干货的技术分享作者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为什么需要本地大模型：免费、可控、隐私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不按 API 计费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调用次数无限制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65960"/>
            <a:ext cx="548640" cy="54864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自己掌控模型与调用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不受厂商限流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173736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965960"/>
            <a:ext cx="548640" cy="548640"/>
          </a:xfrm>
          <a:prstGeom prst="circle">
            <a:avLst/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数据不出门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企业敏感信息更安全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937760"/>
            <a:ext cx="11201400" cy="1005840"/>
          </a:xfrm>
          <a:prstGeom prst="roundRect">
            <a:avLst>
              <a:gd name="adj" fmla="val 5455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66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API 也要了解：DeepSeek V4-Flash 官方 API 仅 $0.14 / 百万 input token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素材：ai-learn02.md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环境准备四件套：Python → PyTorch → HF → LC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Anaconda 发行版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conda 管理环境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29000" y="173736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深度学习框架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本地推理依赖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749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55080" y="173736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 库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加载预训练模型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749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1540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281160" y="173736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64040" y="2514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应用框架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后续实战主力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64040" y="3749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小白提示：建议用 Anaconda 统一管理，避免环境冲突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素材：ai-learn01.md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Python：官网直装 or Anaconda（推荐）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方式一：官网直装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python.org 下载安装包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勾选 Add to PATH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验证：python --version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方式二：Anaconda（推荐）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国内用清华源下载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内置 conda 环境管理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方便切换 Python 版本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安装：bash Anaconda3-xxx.sh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环境管理是新手第一课：一个项目一个环境，互不污染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安装深度学习库：PyTorch + Transformers + LC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9184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conda install pytorch torchvision cudatoolkit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深度学习框架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install transformers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 模型库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9184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install langchain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应用框架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验证安装：python -c "import torch; print(torch.__version__)"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V4-FLASH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DeepSeek V4-Flash：2026 开源旗舰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284B 总参 / 13B 激活（MoE）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1M 上下文（百万级）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MIT 开源协议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FP4+FP8 混合量化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双协议 API（OpenAI + Anthropic）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开源：免费使用 + 可改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1M 上下文：整本书丢进去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算力消耗仅前代 27%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小参数反超大参数（DeepSWE 54.4）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适配昇腾等国产芯片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512064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2026-07-31 发布正式版 · 价格 $0.14/百万 input token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数据来源：DeepSeek 官方 / deepseek/1.md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模型演进：R1 → V3 → V4-Flash，蒸馏是捷径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思维链推理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 OpenAI o1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926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架构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671B/37B 激活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0956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75320" y="173736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V4-Flash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392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2926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小参数反超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 上下文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11201400" cy="1371600"/>
          </a:xfrm>
          <a:prstGeom prst="roundRect">
            <a:avLst>
              <a:gd name="adj" fmla="val 4000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知识蒸馏 = 「老师教学生」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大模型（老师）训练出小模型（学生），小模型继承能力、降低硬件门槛——普通用户也能本地跑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硬件要求：4bit 量化可本地跑，入门别焦虑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V4-Flash 本地部署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4bit 量化：约 24GB+ 显存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或 70GB 内存（Ollama 支持）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服务器级 GPU（2 张起）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消费级显卡可降级小模型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入门最低配置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Windows：GTX 1650 4GB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+ 16GB 内存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Mac：M2 8GB 内存起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不够用：云 API 兜底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029200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303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策略：本地 4bit 练手 + 云 API 兜底——双轨并行，成本最低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Ollama：像 Docker 一样拉取模型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201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是什么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开源的本地大模型运行框架（Go 开发）· 类 Docker 的命令风格（list / pull / push / run）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一条命令拉模型、一条命令跑模型，本地部署的门槛降到最低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1201400" cy="1828800"/>
          </a:xfrm>
          <a:prstGeom prst="roundRect">
            <a:avLst>
              <a:gd name="adj" fmla="val 3000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安装命令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 -fsSL https://ollama.com/install.sh | sh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pull deepseek-v4-flash        # 拉取模型（可加 :4bit）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素材：ai-learn02.md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启动服务与验证：curl 一发，模型响应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2014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三步启动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ollama serve            # 启动 API 服务（端口 11434）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ollama run deepseek-v4-flash   # 命令行对话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curl 验证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11201400" cy="1828800"/>
          </a:xfrm>
          <a:prstGeom prst="roundRect">
            <a:avLst>
              <a:gd name="adj" fmla="val 3000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 验证命令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 http://localhost:11434/api/generate \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-d '{"model":"deepseek-v4-flash",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"prompt":"为什么天空是蓝色的？"}'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+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局域网开放 &amp; Dify 可视化对话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局域网开放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编辑 ollama.service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设置 OLLAMA_HOST=0.0.0.0:11434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systemctl restart ollama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其他机器即可访问你的模型服务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可视化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docker-compose 部署 Dify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配置模型供应商（Ollama）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创建聊天助手应用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 V4-Flash 开始对话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告别命令行，网页聊天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素材：ai-learn02.md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CHOICE +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vs 云 API：双轨策略，动手开跑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Ollama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免费无限 · 数据不出门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吃硬件 · 需 24GB+ 显存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免部署 · $0.14/M 成本低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数据出境 · 按量计费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201400" cy="1828800"/>
          </a:xfrm>
          <a:prstGeom prst="roundRect">
            <a:avLst>
              <a:gd name="adj" fmla="val 3000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装好 Python 环境 → ② Ollama 拉取 V4-Flash（或降级小模型）→ ③ Dify 里对话，截图存档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自测：V4-Flash 参数特点？Ollama 与 Docker 类比？本地 vs 云 API 适用场景？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2026-08-12T00:02:39Z</dcterms:created>
  <dcterms:modified xsi:type="dcterms:W3CDTF">2026-08-12T00:02:39Z</dcterms:modified>
</cp:coreProperties>
</file>