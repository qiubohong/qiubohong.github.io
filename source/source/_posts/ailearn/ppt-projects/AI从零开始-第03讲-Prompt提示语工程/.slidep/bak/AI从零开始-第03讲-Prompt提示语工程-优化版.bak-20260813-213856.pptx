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5547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T157269</cp:lastModifiedBy>
  <cp:revision>4</cp:revision>
  <dcterms:created xsi:type="dcterms:W3CDTF">2026-05-26T08:29:44Z</dcterms:created>
  <dcterms:modified xsi:type="dcterms:W3CDTF">2026-05-26T09:21:44Z</dcterms:modified>
</cp:coreProperties>
</file>